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51" d="100"/>
          <a:sy n="151" d="100"/>
        </p:scale>
        <p:origin x="474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714566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5C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-1097280"/>
            <a:ext cx="3474720" cy="3474720"/>
          </a:xfrm>
          <a:prstGeom prst="ellipse">
            <a:avLst/>
          </a:prstGeom>
          <a:solidFill>
            <a:srgbClr val="174F17"/>
          </a:solidFill>
          <a:ln w="12700">
            <a:solidFill>
              <a:srgbClr val="174F1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589520" y="-274320"/>
            <a:ext cx="2560320" cy="2560320"/>
          </a:xfrm>
          <a:prstGeom prst="ellipse">
            <a:avLst/>
          </a:prstGeom>
          <a:solidFill>
            <a:srgbClr val="6B9E3A"/>
          </a:solidFill>
          <a:ln w="12700">
            <a:solidFill>
              <a:srgbClr val="6B9E3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6B9E3A"/>
          </a:solidFill>
          <a:ln w="12700">
            <a:solidFill>
              <a:srgbClr val="6B9E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22860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C5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{{REPORT_TITLE}}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1005840"/>
            <a:ext cx="5943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{{REPORT_PERIOD}}</a:t>
            </a:r>
            <a:endParaRPr lang="en-US" sz="7200" dirty="0"/>
          </a:p>
        </p:txBody>
      </p:sp>
      <p:sp>
        <p:nvSpPr>
          <p:cNvPr id="7" name="Text 5"/>
          <p:cNvSpPr/>
          <p:nvPr/>
        </p:nvSpPr>
        <p:spPr>
          <a:xfrm>
            <a:off x="365760" y="288036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{{REPORT_SUBTITLE}}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{{REPORT_TAGLINE}}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E5C1E"/>
          </a:solidFill>
          <a:ln w="12700">
            <a:solidFill>
              <a:srgbClr val="1E5C1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28600" y="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{{WEEK_TITLE}}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6B9E3A"/>
          </a:solidFill>
          <a:ln w="12700">
            <a:solidFill>
              <a:srgbClr val="6B9E3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74320" y="777240"/>
            <a:ext cx="2651760" cy="3749040"/>
          </a:xfrm>
          <a:prstGeom prst="rect">
            <a:avLst/>
          </a:prstGeom>
          <a:solidFill>
            <a:srgbClr val="1E5C1E"/>
          </a:solidFill>
          <a:ln w="12700">
            <a:solidFill>
              <a:srgbClr val="1E5C1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10972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AACF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installé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2651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5C5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{{WEEK_INSTALLED_POWER}}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274320" y="306324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AACF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{{WEEK_LABEL}}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74320" y="379476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AACF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{{TECHNICIAN_SUMMARY}}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108960" y="777240"/>
            <a:ext cx="2651760" cy="3749040"/>
          </a:xfrm>
          <a:prstGeom prst="rect">
            <a:avLst/>
          </a:prstGeom>
          <a:solidFill>
            <a:srgbClr val="1E5C1E"/>
          </a:solidFill>
          <a:ln w="12700">
            <a:solidFill>
              <a:srgbClr val="1E5C1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108960" y="10972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AACF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juin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108960" y="1783080"/>
            <a:ext cx="2651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{{MONTH_INSTALLED_POWER}}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3108960" y="306324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AACF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{{MONTH_LABEL}}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108960" y="379476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ACF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{{MONTH_DELTA}}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89320" y="777240"/>
            <a:ext cx="2880360" cy="3749040"/>
          </a:xfrm>
          <a:prstGeom prst="rect">
            <a:avLst/>
          </a:prstGeom>
          <a:solidFill>
            <a:srgbClr val="F0F0F0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89320" y="109728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 annuel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989320" y="178308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1E5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{{WEEKLY_TARGET_POWER}}</a:t>
            </a:r>
            <a:endParaRPr lang="en-US" sz="4400" dirty="0"/>
          </a:p>
        </p:txBody>
      </p:sp>
      <p:sp>
        <p:nvSpPr>
          <p:cNvPr id="18" name="Text 16"/>
          <p:cNvSpPr/>
          <p:nvPr/>
        </p:nvSpPr>
        <p:spPr>
          <a:xfrm>
            <a:off x="5989320" y="306324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 semaine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989320" y="352044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5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{{ANNUAL_INSTALLED_POWER}}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989320" y="393192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{{ANNUAL_COMPLETION_RATE}}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{{ANNUAL_PROGRESS}}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E0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{{ANNUAL_AVERAGE_POWER}}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{{ANNUAL_AVERAGE_DETAIL}}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E5C1E"/>
          </a:solidFill>
          <a:ln w="12700">
            <a:solidFill>
              <a:srgbClr val="1E5C1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28600" y="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 RETOURS SEMAINE PRÉCÉDENTE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6B9E3A"/>
          </a:solidFill>
          <a:ln w="12700">
            <a:solidFill>
              <a:srgbClr val="6B9E3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8600" y="685800"/>
            <a:ext cx="2788920" cy="2423160"/>
          </a:xfrm>
          <a:prstGeom prst="rect">
            <a:avLst/>
          </a:prstGeom>
          <a:solidFill>
            <a:srgbClr val="FFFFFF"/>
          </a:solidFill>
          <a:ln w="25400">
            <a:solidFill>
              <a:srgbClr val="E05A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82296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0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 Pose semaine dernière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146304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{{PREVIOUS_WEEK_FEEDBACK}}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246120" y="685800"/>
            <a:ext cx="2788920" cy="2423160"/>
          </a:xfrm>
          <a:prstGeom prst="rect">
            <a:avLst/>
          </a:prstGeom>
          <a:solidFill>
            <a:srgbClr val="1E5C1E"/>
          </a:solidFill>
          <a:ln w="12700">
            <a:solidFill>
              <a:srgbClr val="1E5C1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83280" y="82296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C5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{{FIELD_RETURNS}}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383280" y="146304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3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3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263640" y="685800"/>
            <a:ext cx="2788920" cy="2423160"/>
          </a:xfrm>
          <a:prstGeom prst="rect">
            <a:avLst/>
          </a:prstGeom>
          <a:solidFill>
            <a:srgbClr val="1E5C1E"/>
          </a:solidFill>
          <a:ln w="12700">
            <a:solidFill>
              <a:srgbClr val="1E5C1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0" y="82296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C5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 Objectif semaine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0" y="146304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{{CURRENT_WEEK_GOAL}}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228600" y="3200040"/>
            <a:ext cx="8686800" cy="640080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223800"/>
            <a:ext cx="8412480" cy="28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 SAV &amp; MAINTENANCE — Interventions semaine S23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65760" y="3503880"/>
            <a:ext cx="8412480" cy="28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D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{{SERVICE_SUMMARY}}</a:t>
            </a:r>
            <a:r>
              <a:rPr lang="en-US" sz="1100" dirty="0" err="1">
                <a:solidFill>
                  <a:srgbClr val="E8D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100" dirty="0">
                <a:solidFill>
                  <a:srgbClr val="E8D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100" dirty="0" err="1">
                <a:solidFill>
                  <a:srgbClr val="E8D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100">
                <a:solidFill>
                  <a:srgbClr val="E8D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100" dirty="0">
                <a:solidFill>
                  <a:srgbClr val="E8D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28600" y="3886200"/>
            <a:ext cx="8686800" cy="640080"/>
          </a:xfrm>
          <a:prstGeom prst="rect">
            <a:avLst/>
          </a:prstGeom>
          <a:solidFill>
            <a:srgbClr val="1E5C1E"/>
          </a:solidFill>
          <a:ln w="12700">
            <a:solidFill>
              <a:srgbClr val="1E5C1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3909960"/>
            <a:ext cx="8412480" cy="28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👷  TECHNICIENS MOBILISÉS — Semaine S23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65760" y="4189920"/>
            <a:ext cx="8412480" cy="28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ACF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{{TECHNICIAN_DETAIL}}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28600" y="4572360"/>
            <a:ext cx="8686800" cy="54864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65760" y="459540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{{SAFETY_MESSAGE}}</a:t>
            </a:r>
            <a:r>
              <a:rPr lang="en-US" sz="1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207</Words>
  <Application>Microsoft Office PowerPoint</Application>
  <PresentationFormat>Affichage à l'écran (16:9)</PresentationFormat>
  <Paragraphs>36</Paragraphs>
  <Slides>3</Slides>
  <Notes>3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Mikael Cazes</cp:lastModifiedBy>
  <cp:revision>2</cp:revision>
  <dcterms:created xsi:type="dcterms:W3CDTF">2026-05-27T06:04:38Z</dcterms:created>
  <dcterms:modified xsi:type="dcterms:W3CDTF">2026-06-08T09:16:39Z</dcterms:modified>
</cp:coreProperties>
</file>