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2136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456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474720" cy="3474720"/>
          </a:xfrm>
          <a:prstGeom prst="ellipse">
            <a:avLst/>
          </a:prstGeom>
          <a:solidFill>
            <a:srgbClr val="174F17"/>
          </a:solidFill>
          <a:ln w="12700">
            <a:solidFill>
              <a:srgbClr val="174F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-274320"/>
            <a:ext cx="2560320" cy="2560320"/>
          </a:xfrm>
          <a:prstGeom prst="ellipse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{{REPORT_TITLE}}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365760" y="2880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{{REPORT_SUBTITLE}}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{{REPORT_TAGLINE}}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{{WEEK_TITLE}}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777240"/>
            <a:ext cx="2651760" cy="37490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installé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{{WEEK_INSTALLED_POWER}}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7432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{{WEEK_LABEL}}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3794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{{TECHNICIAN_SUMMARY}}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777240"/>
            <a:ext cx="2651760" cy="37490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juin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0" y="17830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{{MONTH_INSTALLED_POWER}}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10896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{{MONTH_LABEL}}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108960" y="3794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{{MONTH_DELTA}}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89320" y="777240"/>
            <a:ext cx="2880360" cy="374904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097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annuel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89320" y="1783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E5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{{WEEKLY_TARGET_POWER}}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5989320" y="30632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semaine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89320" y="35204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5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{{ANNUAL_INSTALLED_POWER}}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89320" y="39319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{{ANNUAL_COMPLETION_RATE}}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{{ANNUAL_PROGRESS}}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0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{{ANNUAL_AVERAGE_POWER}}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{{ANNUAL_AVERAGE_DETAIL}}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RETOURS SEMAINE PRÉCÉDENTE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6B9E3A"/>
          </a:solidFill>
          <a:ln w="12700">
            <a:solidFill>
              <a:srgbClr val="6B9E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685800"/>
            <a:ext cx="2788920" cy="2423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05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Pose semaine dernière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{{PREVIOUS_WEEK_FEEDBACK}}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77540" y="685800"/>
            <a:ext cx="2788920" cy="242316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4700" y="7606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 Retours terrain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14700" y="1505400"/>
            <a:ext cx="2514600" cy="463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{{FIELD_RETURNS}}</a:t>
            </a:r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788920" cy="242316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8229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Objectif semaine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63640" y="14630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{{CURRENT_WEEK_GOAL}}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28600" y="3200040"/>
            <a:ext cx="8686800" cy="64008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223800"/>
            <a:ext cx="854964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SAV &amp; MAINTENANCE — Interventions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{{WEEK_LABEL}}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503880"/>
            <a:ext cx="854964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{{SERVICE_SUMMARY}}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3886200"/>
            <a:ext cx="8686800" cy="640080"/>
          </a:xfrm>
          <a:prstGeom prst="rect">
            <a:avLst/>
          </a:prstGeom>
          <a:solidFill>
            <a:srgbClr val="1E5C1E"/>
          </a:solidFill>
          <a:ln w="12700">
            <a:solidFill>
              <a:srgbClr val="1E5C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909960"/>
            <a:ext cx="854964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👷  TECHNICIENS MOBILISÉS —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{{WEEK_LABEL}}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4189920"/>
            <a:ext cx="854964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C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{{TECHNICIAN_DETAIL}}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" y="4572360"/>
            <a:ext cx="868680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595400"/>
            <a:ext cx="8549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🦺 MESSAGE SECURIT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endParaRPr lang="en-US" sz="12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2994D02-F026-7490-C82F-4AED491E070D}"/>
              </a:ext>
            </a:extLst>
          </p:cNvPr>
          <p:cNvSpPr/>
          <p:nvPr/>
        </p:nvSpPr>
        <p:spPr>
          <a:xfrm>
            <a:off x="365760" y="4785596"/>
            <a:ext cx="8549640" cy="28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AACFA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{{SAFETY_MESSAGE}}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184</Words>
  <Application>Microsoft Office PowerPoint</Application>
  <PresentationFormat>Affichage à l'écran (16:9)</PresentationFormat>
  <Paragraphs>37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Pierre Ardoin</cp:lastModifiedBy>
  <cp:revision>7</cp:revision>
  <dcterms:created xsi:type="dcterms:W3CDTF">2026-05-27T06:04:38Z</dcterms:created>
  <dcterms:modified xsi:type="dcterms:W3CDTF">2026-06-24T14:53:15Z</dcterms:modified>
</cp:coreProperties>
</file>