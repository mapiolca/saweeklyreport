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45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74F17"/>
          </a:solidFill>
          <a:ln w="12700">
            <a:solidFill>
              <a:srgbClr val="174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"/>
            <a:ext cx="2560320" cy="2560320"/>
          </a:xfrm>
          <a:prstGeom prst="ellipse">
            <a:avLst/>
          </a:prstGeom>
          <a:solidFill>
            <a:srgbClr val="6B9E3A"/>
          </a:solidFill>
          <a:ln w="12700">
            <a:solidFill>
              <a:srgbClr val="6B9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B9E3A"/>
          </a:solidFill>
          <a:ln w="12700">
            <a:solidFill>
              <a:srgbClr val="6B9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{{REPORT_TITLE}}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{{REPORT_SUBTITLE}}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{{REPORT_TAGLINE}}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{{WEEK_TITLE}}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B9E3A"/>
          </a:solidFill>
          <a:ln w="12700">
            <a:solidFill>
              <a:srgbClr val="6B9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374904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installé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{{WEEK_INSTALLED_POWER}}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{{WEEK_LABEL}}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{{TECHNICIAN_SUMMARY}}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777240"/>
            <a:ext cx="2651760" cy="374904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juin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{{MONTH_INSTALLED_POWER}}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10896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{{MONTH_LABEL}}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{{MONTH_DELTA}}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880360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97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annuel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783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{{WEEKLY_TARGET_POWER}}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98932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semaine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{{ANNUAL_INSTALLED_POWER}}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3931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{{ANNUAL_COMPLETION_RATE}}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{{ANNUAL_PROGRESS}}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{{ANNUAL_AVERAGE_POWER}}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{{ANNUAL_AVERAGE_DETAIL}}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RETOURS SEMAINE PRÉCÉDENTE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B9E3A"/>
          </a:solidFill>
          <a:ln w="12700">
            <a:solidFill>
              <a:srgbClr val="6B9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85800"/>
            <a:ext cx="27889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Pose semaine dernière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{{PREVIOUS_WEEK_FEEDBACK}}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685800"/>
            <a:ext cx="2788920" cy="242316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822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Retours terrain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{{FIELD_RETURNS}}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685800"/>
            <a:ext cx="2788920" cy="242316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822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semaine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{{CURRENT_WEEK_GOAL}}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040"/>
            <a:ext cx="8823960" cy="64008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23800"/>
            <a:ext cx="8549640" cy="28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SAV &amp; MAINTENANCE — Interventions semaine S23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503880"/>
            <a:ext cx="8549640" cy="28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{{SERVICE_SUMMARY}}</a:t>
            </a:r>
            <a:r>
              <a:rPr lang="en-US" sz="1100" dirty="0" err="1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 err="1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886200"/>
            <a:ext cx="8823960" cy="640080"/>
          </a:xfrm>
          <a:prstGeom prst="rect">
            <a:avLst/>
          </a:prstGeom>
          <a:solidFill>
            <a:srgbClr val="1E5C1E"/>
          </a:solidFill>
          <a:ln w="12700">
            <a:solidFill>
              <a:srgbClr val="1E5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09960"/>
            <a:ext cx="8549640" cy="28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TECHNICIENS MOBILISÉS — Semaine S23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189920"/>
            <a:ext cx="8549640" cy="28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{{TECHNICIAN_DETAIL}}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572360"/>
            <a:ext cx="882396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95400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{{SAFETY_MESSAGE}}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</Words>
  <Application>Microsoft Office PowerPoint</Application>
  <PresentationFormat>Affichage à l'écran (16:9)</PresentationFormat>
  <Paragraphs>36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Mikael Cazes</cp:lastModifiedBy>
  <cp:revision>2</cp:revision>
  <dcterms:created xsi:type="dcterms:W3CDTF">2026-05-27T06:04:38Z</dcterms:created>
  <dcterms:modified xsi:type="dcterms:W3CDTF">2026-06-08T09:16:39Z</dcterms:modified>
</cp:coreProperties>
</file>